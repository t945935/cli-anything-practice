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把重複工作交給工具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0000" y="180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先選擇可重複的單一步驟。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720000" y="288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明確指定輸入、輸出與完成條件。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20000" y="396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讓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Agent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執行命令，再檢查實際成品。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先預覽，再批次處理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20000" y="180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使用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dry-run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檢查處理範圍。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88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將輸出放進新的資料夾。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396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保留成功、失敗與略過紀錄。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把不確定資料留給人確認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180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重複資料與內容衝突要分開處理。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88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未知金額不能直接當作零。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0000" y="396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彙總時說明哪些資料未納入。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36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用成品驗證自動化成果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180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文件要檢查文字與頁面。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0000" y="288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試算表要檢查數值與型別。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20000" y="3960000"/>
            <a:ext cx="79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3.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圖片要檢查尺寸、裁切與留白。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2026-10-11T09:47:35Z</dcterms:created>
  <dc:creator/>
  <dc:description/>
  <dc:language>en-US</dc:language>
  <cp:lastModifiedBy/>
  <cp:revision>0</cp:revision>
  <dc:subject/>
  <dc:title/>
</cp:coreProperties>
</file>